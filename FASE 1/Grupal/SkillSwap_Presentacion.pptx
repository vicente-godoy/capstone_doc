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qndukdaudF83zOZbEEb0yZlcr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563687bfd_1_186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38563687bfd_1_186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38563687bfd_1_1860"/>
          <p:cNvSpPr/>
          <p:nvPr/>
        </p:nvSpPr>
        <p:spPr>
          <a:xfrm rot="10800000">
            <a:off x="5058905" y="-100"/>
            <a:ext cx="40851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38563687bfd_1_1860"/>
          <p:cNvSpPr/>
          <p:nvPr/>
        </p:nvSpPr>
        <p:spPr>
          <a:xfrm>
            <a:off x="20327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g38563687bfd_1_1860"/>
          <p:cNvGrpSpPr/>
          <p:nvPr/>
        </p:nvGrpSpPr>
        <p:grpSpPr>
          <a:xfrm>
            <a:off x="255200" y="790"/>
            <a:ext cx="2250363" cy="1392365"/>
            <a:chOff x="255200" y="592"/>
            <a:chExt cx="2250363" cy="1044300"/>
          </a:xfrm>
        </p:grpSpPr>
        <p:sp>
          <p:nvSpPr>
            <p:cNvPr id="15" name="Google Shape;15;g38563687bfd_1_1860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38563687bfd_1_1860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8563687bfd_1_1860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g38563687bfd_1_1860"/>
          <p:cNvGrpSpPr/>
          <p:nvPr/>
        </p:nvGrpSpPr>
        <p:grpSpPr>
          <a:xfrm>
            <a:off x="905395" y="790"/>
            <a:ext cx="2250363" cy="1392365"/>
            <a:chOff x="905395" y="592"/>
            <a:chExt cx="2250363" cy="1044300"/>
          </a:xfrm>
        </p:grpSpPr>
        <p:sp>
          <p:nvSpPr>
            <p:cNvPr id="19" name="Google Shape;19;g38563687bfd_1_1860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8563687bfd_1_1860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8563687bfd_1_1860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g38563687bfd_1_1860"/>
          <p:cNvGrpSpPr/>
          <p:nvPr/>
        </p:nvGrpSpPr>
        <p:grpSpPr>
          <a:xfrm>
            <a:off x="7057468" y="6784"/>
            <a:ext cx="1851282" cy="1002839"/>
            <a:chOff x="6917201" y="0"/>
            <a:chExt cx="2227777" cy="863400"/>
          </a:xfrm>
        </p:grpSpPr>
        <p:sp>
          <p:nvSpPr>
            <p:cNvPr id="23" name="Google Shape;23;g38563687bfd_1_186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8563687bfd_1_186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8563687bfd_1_186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g38563687bfd_1_1860"/>
          <p:cNvGrpSpPr/>
          <p:nvPr/>
        </p:nvGrpSpPr>
        <p:grpSpPr>
          <a:xfrm>
            <a:off x="6553032" y="5623802"/>
            <a:ext cx="2389068" cy="1234317"/>
            <a:chOff x="6917201" y="0"/>
            <a:chExt cx="2227777" cy="863400"/>
          </a:xfrm>
        </p:grpSpPr>
        <p:sp>
          <p:nvSpPr>
            <p:cNvPr id="27" name="Google Shape;27;g38563687bfd_1_186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8563687bfd_1_186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8563687bfd_1_186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g38563687bfd_1_1860"/>
          <p:cNvGrpSpPr/>
          <p:nvPr/>
        </p:nvGrpSpPr>
        <p:grpSpPr>
          <a:xfrm>
            <a:off x="199149" y="5407536"/>
            <a:ext cx="2795414" cy="1444382"/>
            <a:chOff x="6917201" y="0"/>
            <a:chExt cx="2227777" cy="863400"/>
          </a:xfrm>
        </p:grpSpPr>
        <p:sp>
          <p:nvSpPr>
            <p:cNvPr id="31" name="Google Shape;31;g38563687bfd_1_186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8563687bfd_1_186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8563687bfd_1_186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g38563687bfd_1_1860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g38563687bfd_1_1860"/>
          <p:cNvSpPr txBox="1"/>
          <p:nvPr>
            <p:ph idx="1" type="subTitle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g38563687bfd_1_186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8563687bfd_1_1888"/>
          <p:cNvSpPr/>
          <p:nvPr/>
        </p:nvSpPr>
        <p:spPr>
          <a:xfrm flipH="1">
            <a:off x="4757100" y="3079200"/>
            <a:ext cx="43869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g38563687bfd_1_1888"/>
          <p:cNvGrpSpPr/>
          <p:nvPr/>
        </p:nvGrpSpPr>
        <p:grpSpPr>
          <a:xfrm>
            <a:off x="5594191" y="5281486"/>
            <a:ext cx="2910145" cy="1576482"/>
            <a:chOff x="6917201" y="0"/>
            <a:chExt cx="2227777" cy="863400"/>
          </a:xfrm>
        </p:grpSpPr>
        <p:sp>
          <p:nvSpPr>
            <p:cNvPr id="40" name="Google Shape;40;g38563687bfd_1_188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g38563687bfd_1_188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g38563687bfd_1_188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g38563687bfd_1_1888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44" name="Google Shape;44;g38563687bfd_1_188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8563687bfd_1_188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8563687bfd_1_188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g38563687bfd_1_1888"/>
          <p:cNvSpPr txBox="1"/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8563687bfd_1_1888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563687bfd_1_190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8563687bfd_1_190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8563687bfd_1_1900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8563687bfd_1_1900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g38563687bfd_1_1900"/>
          <p:cNvSpPr txBox="1"/>
          <p:nvPr>
            <p:ph idx="1" type="body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g38563687bfd_1_190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63687bfd_1_1907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8563687bfd_1_1907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8563687bfd_1_1907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8563687bfd_1_1907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g38563687bfd_1_1907"/>
          <p:cNvSpPr txBox="1"/>
          <p:nvPr>
            <p:ph idx="1" type="body"/>
          </p:nvPr>
        </p:nvSpPr>
        <p:spPr>
          <a:xfrm>
            <a:off x="819150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g38563687bfd_1_1907"/>
          <p:cNvSpPr txBox="1"/>
          <p:nvPr>
            <p:ph idx="2" type="body"/>
          </p:nvPr>
        </p:nvSpPr>
        <p:spPr>
          <a:xfrm>
            <a:off x="4638675" y="2654300"/>
            <a:ext cx="36861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g38563687bfd_1_1907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563687bfd_1_1915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8563687bfd_1_1915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8563687bfd_1_1915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8563687bfd_1_1915"/>
          <p:cNvSpPr txBox="1"/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g38563687bfd_1_1915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563687bfd_1_1921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8563687bfd_1_1921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8563687bfd_1_1921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8563687bfd_1_1921"/>
          <p:cNvSpPr txBox="1"/>
          <p:nvPr>
            <p:ph type="title"/>
          </p:nvPr>
        </p:nvSpPr>
        <p:spPr>
          <a:xfrm>
            <a:off x="819150" y="1127467"/>
            <a:ext cx="3709200" cy="18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g38563687bfd_1_1921"/>
          <p:cNvSpPr txBox="1"/>
          <p:nvPr>
            <p:ph idx="1" type="body"/>
          </p:nvPr>
        </p:nvSpPr>
        <p:spPr>
          <a:xfrm>
            <a:off x="830700" y="3092067"/>
            <a:ext cx="3709200" cy="28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g38563687bfd_1_1921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63687bfd_1_1928"/>
          <p:cNvSpPr/>
          <p:nvPr/>
        </p:nvSpPr>
        <p:spPr>
          <a:xfrm>
            <a:off x="0" y="3764192"/>
            <a:ext cx="73692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8563687bfd_1_1928"/>
          <p:cNvSpPr/>
          <p:nvPr/>
        </p:nvSpPr>
        <p:spPr>
          <a:xfrm flipH="1">
            <a:off x="3583210" y="2072150"/>
            <a:ext cx="55605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g38563687bfd_1_1928"/>
          <p:cNvGrpSpPr/>
          <p:nvPr/>
        </p:nvGrpSpPr>
        <p:grpSpPr>
          <a:xfrm>
            <a:off x="255991" y="-11"/>
            <a:ext cx="2251347" cy="1391229"/>
            <a:chOff x="3961956" y="4383950"/>
            <a:chExt cx="1160548" cy="548700"/>
          </a:xfrm>
        </p:grpSpPr>
        <p:sp>
          <p:nvSpPr>
            <p:cNvPr id="81" name="Google Shape;81;g38563687bfd_1_192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8563687bfd_1_192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8563687bfd_1_192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g38563687bfd_1_1928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g38563687bfd_1_1928"/>
          <p:cNvGrpSpPr/>
          <p:nvPr/>
        </p:nvGrpSpPr>
        <p:grpSpPr>
          <a:xfrm>
            <a:off x="34934" y="6029501"/>
            <a:ext cx="1593306" cy="822734"/>
            <a:chOff x="6917201" y="0"/>
            <a:chExt cx="2227777" cy="863400"/>
          </a:xfrm>
        </p:grpSpPr>
        <p:sp>
          <p:nvSpPr>
            <p:cNvPr id="86" name="Google Shape;86;g38563687bfd_1_192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8563687bfd_1_192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8563687bfd_1_192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g38563687bfd_1_1928"/>
          <p:cNvGrpSpPr/>
          <p:nvPr/>
        </p:nvGrpSpPr>
        <p:grpSpPr>
          <a:xfrm>
            <a:off x="5886353" y="1657"/>
            <a:ext cx="3257455" cy="1681990"/>
            <a:chOff x="6917201" y="0"/>
            <a:chExt cx="2227777" cy="863400"/>
          </a:xfrm>
        </p:grpSpPr>
        <p:sp>
          <p:nvSpPr>
            <p:cNvPr id="90" name="Google Shape;90;g38563687bfd_1_192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8563687bfd_1_192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g38563687bfd_1_192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g38563687bfd_1_1928"/>
          <p:cNvSpPr txBox="1"/>
          <p:nvPr>
            <p:ph type="title"/>
          </p:nvPr>
        </p:nvSpPr>
        <p:spPr>
          <a:xfrm>
            <a:off x="1393929" y="1734861"/>
            <a:ext cx="6366900" cy="338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g38563687bfd_1_1928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563687bfd_1_1946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8563687bfd_1_1946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8563687bfd_1_1946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8563687bfd_1_1946"/>
          <p:cNvSpPr txBox="1"/>
          <p:nvPr>
            <p:ph type="title"/>
          </p:nvPr>
        </p:nvSpPr>
        <p:spPr>
          <a:xfrm>
            <a:off x="819150" y="1127467"/>
            <a:ext cx="6424200" cy="9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g38563687bfd_1_1946"/>
          <p:cNvSpPr txBox="1"/>
          <p:nvPr>
            <p:ph idx="1" type="subTitle"/>
          </p:nvPr>
        </p:nvSpPr>
        <p:spPr>
          <a:xfrm>
            <a:off x="819150" y="2067600"/>
            <a:ext cx="58599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g38563687bfd_1_1946"/>
          <p:cNvSpPr txBox="1"/>
          <p:nvPr>
            <p:ph idx="2" type="body"/>
          </p:nvPr>
        </p:nvSpPr>
        <p:spPr>
          <a:xfrm>
            <a:off x="819150" y="3289400"/>
            <a:ext cx="5859900" cy="27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g38563687bfd_1_1946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563687bfd_1_1954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8563687bfd_1_1954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8563687bfd_1_1954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563687bfd_1_1954"/>
          <p:cNvSpPr txBox="1"/>
          <p:nvPr>
            <p:ph idx="1" type="body"/>
          </p:nvPr>
        </p:nvSpPr>
        <p:spPr>
          <a:xfrm>
            <a:off x="328025" y="5551333"/>
            <a:ext cx="7415100" cy="8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g38563687bfd_1_1954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63687bfd_1_1960"/>
          <p:cNvSpPr/>
          <p:nvPr/>
        </p:nvSpPr>
        <p:spPr>
          <a:xfrm flipH="1">
            <a:off x="5569200" y="3778767"/>
            <a:ext cx="35748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g38563687bfd_1_1960"/>
          <p:cNvGrpSpPr/>
          <p:nvPr/>
        </p:nvGrpSpPr>
        <p:grpSpPr>
          <a:xfrm>
            <a:off x="5959222" y="5492768"/>
            <a:ext cx="2520952" cy="1365553"/>
            <a:chOff x="6917201" y="0"/>
            <a:chExt cx="2227777" cy="863400"/>
          </a:xfrm>
        </p:grpSpPr>
        <p:sp>
          <p:nvSpPr>
            <p:cNvPr id="112" name="Google Shape;112;g38563687bfd_1_196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8563687bfd_1_196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8563687bfd_1_196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g38563687bfd_1_1960"/>
          <p:cNvGrpSpPr/>
          <p:nvPr/>
        </p:nvGrpSpPr>
        <p:grpSpPr>
          <a:xfrm>
            <a:off x="199149" y="3"/>
            <a:ext cx="2795414" cy="1444382"/>
            <a:chOff x="6917201" y="0"/>
            <a:chExt cx="2227777" cy="863400"/>
          </a:xfrm>
        </p:grpSpPr>
        <p:sp>
          <p:nvSpPr>
            <p:cNvPr id="116" name="Google Shape;116;g38563687bfd_1_196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8563687bfd_1_196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8563687bfd_1_196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g38563687bfd_1_1960"/>
          <p:cNvSpPr txBox="1"/>
          <p:nvPr>
            <p:ph hasCustomPrompt="1" type="title"/>
          </p:nvPr>
        </p:nvSpPr>
        <p:spPr>
          <a:xfrm>
            <a:off x="1385850" y="1845133"/>
            <a:ext cx="6372300" cy="18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g38563687bfd_1_1960"/>
          <p:cNvSpPr txBox="1"/>
          <p:nvPr>
            <p:ph idx="1" type="body"/>
          </p:nvPr>
        </p:nvSpPr>
        <p:spPr>
          <a:xfrm>
            <a:off x="1385850" y="3818467"/>
            <a:ext cx="6372300" cy="8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g38563687bfd_1_1960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563687bfd_1_1973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63687bfd_1_19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g38563687bfd_1_19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27" name="Google Shape;127;g38563687bfd_1_197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8563687bfd_1_197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8563687bfd_1_197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563687bfd_1_18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g38563687bfd_1_1856"/>
          <p:cNvSpPr txBox="1"/>
          <p:nvPr>
            <p:ph idx="1" type="body"/>
          </p:nvPr>
        </p:nvSpPr>
        <p:spPr>
          <a:xfrm>
            <a:off x="311700" y="1536633"/>
            <a:ext cx="8520600" cy="45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8563687bfd_1_1856"/>
          <p:cNvSpPr txBox="1"/>
          <p:nvPr>
            <p:ph idx="12" type="sldNum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SkillSwap – Plataforma 1:1 de Trueque de Conocimientos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Proyecto APT – Ingeniería en Informática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Pablo Nadinic, Cristóbal Carrasco, Vicente Godoy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0" y="349925"/>
            <a:ext cx="2110625" cy="142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>
            <p:ph type="title"/>
          </p:nvPr>
        </p:nvSpPr>
        <p:spPr>
          <a:xfrm>
            <a:off x="819150" y="438742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Problema y Solución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2" name="Google Shape;142;p2"/>
          <p:cNvSpPr txBox="1"/>
          <p:nvPr>
            <p:ph idx="4294967295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Falta de espacios accesibles para el intercambio de conocimientos.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SkillSwap conecta personas que desean enseñar y aprender habilidades.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Intercambio justo, sin dinero, con enfoque educativo y colaborativo.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43" name="Google Shape;14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0988" y="274638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 txBox="1"/>
          <p:nvPr>
            <p:ph type="title"/>
          </p:nvPr>
        </p:nvSpPr>
        <p:spPr>
          <a:xfrm>
            <a:off x="1112625" y="348725"/>
            <a:ext cx="63669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Funcionalidades principales (MVP)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9" name="Google Shape;149;p3"/>
          <p:cNvSpPr txBox="1"/>
          <p:nvPr>
            <p:ph idx="4294967295" type="body"/>
          </p:nvPr>
        </p:nvSpPr>
        <p:spPr>
          <a:xfrm>
            <a:off x="301975" y="20270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Registro con publicación obligatoria.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Selección de intereses por etiquetas.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Búsqueda con filtros y sistema de match 1:1.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Chat en tiempo real.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Calendario de juntas.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0" name="Google Shape;1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683" y="4097317"/>
            <a:ext cx="2275175" cy="22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/>
          <p:nvPr>
            <p:ph type="title"/>
          </p:nvPr>
        </p:nvSpPr>
        <p:spPr>
          <a:xfrm>
            <a:off x="1388550" y="532027"/>
            <a:ext cx="63669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Evolución técnica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6" name="Google Shape;156;p4"/>
          <p:cNvSpPr txBox="1"/>
          <p:nvPr>
            <p:ph idx="4294967295" type="body"/>
          </p:nvPr>
        </p:nvSpPr>
        <p:spPr>
          <a:xfrm>
            <a:off x="457200" y="2315694"/>
            <a:ext cx="8229600" cy="22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Recomendador heurístico por etiquetas.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Evolución a modelo de Machine Learning ligero.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Personalización similar a un feed dinámico.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1475375" y="500506"/>
            <a:ext cx="6366900" cy="13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Arquitectura propuesta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2" name="Google Shape;162;p5"/>
          <p:cNvSpPr txBox="1"/>
          <p:nvPr>
            <p:ph idx="4294967295" type="body"/>
          </p:nvPr>
        </p:nvSpPr>
        <p:spPr>
          <a:xfrm>
            <a:off x="544025" y="1681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Frontend: React Native.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</a:rPr>
              <a:t>Framework: Flutter </a:t>
            </a:r>
            <a:endParaRPr sz="3200">
              <a:solidFill>
                <a:srgbClr val="000000"/>
              </a:solidFill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Backend: Node.js + Express.</a:t>
            </a:r>
            <a:endParaRPr>
              <a:solidFill>
                <a:srgbClr val="000000"/>
              </a:solidFill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BD: Oracle XE.</a:t>
            </a:r>
            <a:endParaRPr>
              <a:solidFill>
                <a:srgbClr val="000000"/>
              </a:solidFill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Chat: Socket.io.</a:t>
            </a:r>
            <a:endParaRPr>
              <a:solidFill>
                <a:srgbClr val="000000"/>
              </a:solidFill>
            </a:endParaRPr>
          </a:p>
          <a:p>
            <a:pPr indent="-3302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Seguridad: JWT, cifrado de contraseñas, validaciones.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1976" y="2095224"/>
            <a:ext cx="2075325" cy="20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type="title"/>
          </p:nvPr>
        </p:nvSpPr>
        <p:spPr>
          <a:xfrm>
            <a:off x="1388550" y="609632"/>
            <a:ext cx="6366900" cy="10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Plan de Trabajo (resumen)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9" name="Google Shape;169;p6"/>
          <p:cNvSpPr txBox="1"/>
          <p:nvPr>
            <p:ph idx="4294967295" type="body"/>
          </p:nvPr>
        </p:nvSpPr>
        <p:spPr>
          <a:xfrm>
            <a:off x="457200" y="2104934"/>
            <a:ext cx="8229600" cy="4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Diseño y arquitectura inicial.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Base de datos y autenticación.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Interfaces móviles.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Match y chat en tiempo real.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Motor de recomendación.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Pruebas y validación final.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0" name="Google Shape;1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2151" y="4277749"/>
            <a:ext cx="1874650" cy="184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/>
          <p:nvPr>
            <p:ph type="title"/>
          </p:nvPr>
        </p:nvSpPr>
        <p:spPr>
          <a:xfrm>
            <a:off x="1388550" y="465601"/>
            <a:ext cx="63669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Mockups de la Aplicación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7"/>
          <p:cNvSpPr txBox="1"/>
          <p:nvPr>
            <p:ph idx="4294967295" type="body"/>
          </p:nvPr>
        </p:nvSpPr>
        <p:spPr>
          <a:xfrm>
            <a:off x="379600" y="2017500"/>
            <a:ext cx="82296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Login y registro.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Publicación obligatoria.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Feed de conocimientos y perfiles.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Chat en tiempo real.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Perfil con publicaciones e historial.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650" y="4238950"/>
            <a:ext cx="1914150" cy="18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388550" y="465608"/>
            <a:ext cx="63669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8"/>
          <p:cNvSpPr txBox="1"/>
          <p:nvPr>
            <p:ph idx="4294967295" type="body"/>
          </p:nvPr>
        </p:nvSpPr>
        <p:spPr>
          <a:xfrm>
            <a:off x="457200" y="1541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SkillSwap busca democratizar el acceso al conocimiento mediante el trueque 1:1.</a:t>
            </a:r>
            <a:endParaRPr>
              <a:solidFill>
                <a:srgbClr val="0000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rgbClr val="000000"/>
              </a:buClr>
              <a:buSzPts val="3200"/>
              <a:buChar char="●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 proyecto es factible en un semestre y fortalece competencias clave del perfil de egreso.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84" name="Google Shape;18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633" y="3882842"/>
            <a:ext cx="2275175" cy="22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